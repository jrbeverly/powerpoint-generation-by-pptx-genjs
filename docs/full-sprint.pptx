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8024" y="1234440"/>
            <a:ext cx="1755648" cy="1755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575304"/>
            <a:ext cx="11091672" cy="726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42 Overview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48640" y="4594352"/>
            <a:ext cx="11091672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5136896"/>
            <a:ext cx="11091672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2026-08-10/2026-08-21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THEMES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9256" y="274320"/>
            <a:ext cx="14630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63268" y="1819656"/>
            <a:ext cx="877824" cy="8778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3136392"/>
            <a:ext cx="3307080" cy="462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2800" dirty="0"/>
          </a:p>
        </p:txBody>
      </p:sp>
      <p:sp>
        <p:nvSpPr>
          <p:cNvPr id="9" name="Text 4"/>
          <p:cNvSpPr/>
          <p:nvPr/>
        </p:nvSpPr>
        <p:spPr>
          <a:xfrm>
            <a:off x="548640" y="3891280"/>
            <a:ext cx="3307080" cy="26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migration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48640" y="4301744"/>
            <a:ext cx="3307080" cy="26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Remove remaining legacy paths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55564" y="1819656"/>
            <a:ext cx="877824" cy="8778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440936" y="3136392"/>
            <a:ext cx="3307080" cy="462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2800" dirty="0"/>
          </a:p>
        </p:txBody>
      </p:sp>
      <p:sp>
        <p:nvSpPr>
          <p:cNvPr id="13" name="Text 7"/>
          <p:cNvSpPr/>
          <p:nvPr/>
        </p:nvSpPr>
        <p:spPr>
          <a:xfrm>
            <a:off x="4440936" y="3891280"/>
            <a:ext cx="3307080" cy="26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pilot population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4440936" y="4301744"/>
            <a:ext cx="3307080" cy="26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engagement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47860" y="1819656"/>
            <a:ext cx="877824" cy="87782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33232" y="3136392"/>
            <a:ext cx="3307080" cy="462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2800" dirty="0"/>
          </a:p>
        </p:txBody>
      </p:sp>
      <p:sp>
        <p:nvSpPr>
          <p:cNvPr id="17" name="Text 10"/>
          <p:cNvSpPr/>
          <p:nvPr/>
        </p:nvSpPr>
        <p:spPr>
          <a:xfrm>
            <a:off x="8333232" y="3891280"/>
            <a:ext cx="3307080" cy="26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 telemetry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8333232" y="4301744"/>
            <a:ext cx="3307080" cy="26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 recurring failures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HEALTH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9256" y="274320"/>
            <a:ext cx="14630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1819656"/>
            <a:ext cx="2334006" cy="462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HEALTH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48640" y="2697480"/>
            <a:ext cx="233400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view of current delivery and operational health.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321558" y="1527048"/>
            <a:ext cx="0" cy="4690872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6774" y="1819656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64558" y="1819656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</a:t>
            </a:r>
            <a:endParaRPr lang="en-US" sz="2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6615" y="1888236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64558" y="2304288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66151" y="1819656"/>
            <a:ext cx="411480" cy="4114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23935" y="1819656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pPr indent="0" marL="0">
              <a:buNone/>
            </a:pPr>
            <a:r>
              <a:rPr lang="en-US" sz="2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</a:t>
            </a:r>
            <a:endParaRPr lang="en-US" sz="28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65992" y="1888236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623935" y="2304288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06774" y="4018788"/>
            <a:ext cx="411480" cy="4114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464558" y="4018788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</a:t>
            </a:r>
            <a:endParaRPr lang="en-US" sz="28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06615" y="4087368"/>
            <a:ext cx="274320" cy="27432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464558" y="4503420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4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066151" y="4018788"/>
            <a:ext cx="411480" cy="41148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8623935" y="4018788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</a:t>
            </a:r>
            <a:endParaRPr lang="en-US" sz="280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365992" y="4087368"/>
            <a:ext cx="274320" cy="27432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8623935" y="4503420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HEALTH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9256" y="274320"/>
            <a:ext cx="14630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1819656"/>
            <a:ext cx="2334006" cy="462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HEALTH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48640" y="2697480"/>
            <a:ext cx="233400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view of current delivery and operational health.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321558" y="1527048"/>
            <a:ext cx="0" cy="4690872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6774" y="1819656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64558" y="1819656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</a:t>
            </a:r>
            <a:endParaRPr lang="en-US" sz="2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6615" y="1888236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64558" y="2304288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3906774" y="2697480"/>
            <a:ext cx="3574161" cy="1097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5" name="Shape 9"/>
          <p:cNvSpPr/>
          <p:nvPr/>
        </p:nvSpPr>
        <p:spPr>
          <a:xfrm>
            <a:off x="3906774" y="2697480"/>
            <a:ext cx="3288228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0"/>
          <p:cNvSpPr/>
          <p:nvPr/>
        </p:nvSpPr>
        <p:spPr>
          <a:xfrm>
            <a:off x="3906774" y="2843784"/>
            <a:ext cx="3574161" cy="198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66151" y="1819656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23935" y="1819656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pPr indent="0" marL="0">
              <a:buNone/>
            </a:pPr>
            <a:r>
              <a:rPr lang="en-US" sz="2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</a:t>
            </a:r>
            <a:endParaRPr lang="en-US" sz="28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65992" y="1888236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623935" y="2304288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7919847" y="1673352"/>
            <a:ext cx="3866769" cy="1906524"/>
          </a:xfrm>
          <a:prstGeom prst="rect">
            <a:avLst/>
          </a:prstGeom>
          <a:solidFill>
            <a:srgbClr val="1F2937">
              <a:alpha val="72000"/>
            </a:srgbClr>
          </a:solidFill>
          <a:ln/>
        </p:spPr>
      </p:sp>
      <p:sp>
        <p:nvSpPr>
          <p:cNvPr id="22" name="Shape 14"/>
          <p:cNvSpPr/>
          <p:nvPr/>
        </p:nvSpPr>
        <p:spPr>
          <a:xfrm>
            <a:off x="8066151" y="2697480"/>
            <a:ext cx="3574161" cy="1097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3" name="Shape 15"/>
          <p:cNvSpPr/>
          <p:nvPr/>
        </p:nvSpPr>
        <p:spPr>
          <a:xfrm>
            <a:off x="8066151" y="2697480"/>
            <a:ext cx="3109520" cy="109728"/>
          </a:xfrm>
          <a:prstGeom prst="rect">
            <a:avLst/>
          </a:prstGeom>
          <a:solidFill>
            <a:srgbClr val="9CA3AF">
              <a:alpha val="60000"/>
            </a:srgbClr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06774" y="4018788"/>
            <a:ext cx="411480" cy="4114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464558" y="4018788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</a:t>
            </a:r>
            <a:endParaRPr lang="en-US" sz="28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06615" y="4087368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464558" y="4503420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400" dirty="0"/>
          </a:p>
        </p:txBody>
      </p:sp>
      <p:sp>
        <p:nvSpPr>
          <p:cNvPr id="28" name="Shape 18"/>
          <p:cNvSpPr/>
          <p:nvPr/>
        </p:nvSpPr>
        <p:spPr>
          <a:xfrm>
            <a:off x="3760470" y="3872484"/>
            <a:ext cx="3866769" cy="1906524"/>
          </a:xfrm>
          <a:prstGeom prst="rect">
            <a:avLst/>
          </a:prstGeom>
          <a:solidFill>
            <a:srgbClr val="1F2937">
              <a:alpha val="72000"/>
            </a:srgbClr>
          </a:solidFill>
          <a:ln/>
        </p:spPr>
      </p:sp>
      <p:sp>
        <p:nvSpPr>
          <p:cNvPr id="29" name="Shape 19"/>
          <p:cNvSpPr/>
          <p:nvPr/>
        </p:nvSpPr>
        <p:spPr>
          <a:xfrm>
            <a:off x="3906774" y="4896612"/>
            <a:ext cx="3574161" cy="1097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0" name="Shape 20"/>
          <p:cNvSpPr/>
          <p:nvPr/>
        </p:nvSpPr>
        <p:spPr>
          <a:xfrm>
            <a:off x="3906774" y="4896612"/>
            <a:ext cx="2287463" cy="109728"/>
          </a:xfrm>
          <a:prstGeom prst="rect">
            <a:avLst/>
          </a:prstGeom>
          <a:solidFill>
            <a:srgbClr val="9CA3AF">
              <a:alpha val="60000"/>
            </a:srgbClr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066151" y="4018788"/>
            <a:ext cx="411480" cy="4114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623935" y="4018788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</a:t>
            </a:r>
            <a:endParaRPr lang="en-US" sz="28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365992" y="4087368"/>
            <a:ext cx="274320" cy="27432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623935" y="4503420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400" dirty="0"/>
          </a:p>
        </p:txBody>
      </p:sp>
      <p:sp>
        <p:nvSpPr>
          <p:cNvPr id="35" name="Shape 23"/>
          <p:cNvSpPr/>
          <p:nvPr/>
        </p:nvSpPr>
        <p:spPr>
          <a:xfrm>
            <a:off x="7919847" y="3872484"/>
            <a:ext cx="3866769" cy="1906524"/>
          </a:xfrm>
          <a:prstGeom prst="rect">
            <a:avLst/>
          </a:prstGeom>
          <a:solidFill>
            <a:srgbClr val="1F2937">
              <a:alpha val="72000"/>
            </a:srgbClr>
          </a:solidFill>
          <a:ln/>
        </p:spPr>
      </p:sp>
      <p:sp>
        <p:nvSpPr>
          <p:cNvPr id="36" name="Shape 24"/>
          <p:cNvSpPr/>
          <p:nvPr/>
        </p:nvSpPr>
        <p:spPr>
          <a:xfrm>
            <a:off x="8066151" y="4896612"/>
            <a:ext cx="3574161" cy="1097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7" name="Shape 25"/>
          <p:cNvSpPr/>
          <p:nvPr/>
        </p:nvSpPr>
        <p:spPr>
          <a:xfrm>
            <a:off x="8066151" y="4896612"/>
            <a:ext cx="3431195" cy="109728"/>
          </a:xfrm>
          <a:prstGeom prst="rect">
            <a:avLst/>
          </a:prstGeom>
          <a:solidFill>
            <a:srgbClr val="9CA3AF">
              <a:alpha val="60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CONFIDENCE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9256" y="274320"/>
            <a:ext cx="1463040" cy="36576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58600" y="256032"/>
            <a:ext cx="411480" cy="41148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548640" y="1819656"/>
            <a:ext cx="11091672" cy="726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4400" dirty="0"/>
          </a:p>
        </p:txBody>
      </p:sp>
      <p:sp>
        <p:nvSpPr>
          <p:cNvPr id="9" name="Text 4"/>
          <p:cNvSpPr/>
          <p:nvPr/>
        </p:nvSpPr>
        <p:spPr>
          <a:xfrm>
            <a:off x="548640" y="2838704"/>
            <a:ext cx="11091672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from prior sprint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1426464" y="3423920"/>
            <a:ext cx="93360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that sprint commitments will land as planned.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3321558" y="4448048"/>
            <a:ext cx="5545836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HEALTH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9256" y="274320"/>
            <a:ext cx="14630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1819656"/>
            <a:ext cx="2334006" cy="462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HEALTH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48640" y="2697480"/>
            <a:ext cx="233400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view of current delivery and operational health.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321558" y="1527048"/>
            <a:ext cx="0" cy="4690872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6774" y="1819656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64558" y="1819656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</a:t>
            </a:r>
            <a:endParaRPr lang="en-US" sz="2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6615" y="1888236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64558" y="2304288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3760470" y="1673352"/>
            <a:ext cx="3866769" cy="1906524"/>
          </a:xfrm>
          <a:prstGeom prst="rect">
            <a:avLst/>
          </a:prstGeom>
          <a:solidFill>
            <a:srgbClr val="1F2937">
              <a:alpha val="72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3906774" y="2697480"/>
            <a:ext cx="3574161" cy="1097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6" name="Shape 10"/>
          <p:cNvSpPr/>
          <p:nvPr/>
        </p:nvSpPr>
        <p:spPr>
          <a:xfrm>
            <a:off x="3906774" y="2697480"/>
            <a:ext cx="3288228" cy="109728"/>
          </a:xfrm>
          <a:prstGeom prst="rect">
            <a:avLst/>
          </a:prstGeom>
          <a:solidFill>
            <a:srgbClr val="9CA3AF">
              <a:alpha val="60000"/>
            </a:srgbClr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66151" y="1819656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23935" y="1819656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pPr indent="0" marL="0">
              <a:buNone/>
            </a:pPr>
            <a:r>
              <a:rPr lang="en-US" sz="2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</a:t>
            </a:r>
            <a:endParaRPr lang="en-US" sz="28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65992" y="1888236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623935" y="2304288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8066151" y="2697480"/>
            <a:ext cx="3574161" cy="1097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2" name="Shape 14"/>
          <p:cNvSpPr/>
          <p:nvPr/>
        </p:nvSpPr>
        <p:spPr>
          <a:xfrm>
            <a:off x="8066151" y="2697480"/>
            <a:ext cx="3109520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15"/>
          <p:cNvSpPr/>
          <p:nvPr/>
        </p:nvSpPr>
        <p:spPr>
          <a:xfrm>
            <a:off x="8066151" y="2843784"/>
            <a:ext cx="3574161" cy="198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2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06774" y="4018788"/>
            <a:ext cx="411480" cy="4114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464558" y="4018788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</a:t>
            </a:r>
            <a:endParaRPr lang="en-US" sz="28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06615" y="4087368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464558" y="4503420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400" dirty="0"/>
          </a:p>
        </p:txBody>
      </p:sp>
      <p:sp>
        <p:nvSpPr>
          <p:cNvPr id="28" name="Shape 18"/>
          <p:cNvSpPr/>
          <p:nvPr/>
        </p:nvSpPr>
        <p:spPr>
          <a:xfrm>
            <a:off x="3760470" y="3872484"/>
            <a:ext cx="3866769" cy="1906524"/>
          </a:xfrm>
          <a:prstGeom prst="rect">
            <a:avLst/>
          </a:prstGeom>
          <a:solidFill>
            <a:srgbClr val="1F2937">
              <a:alpha val="72000"/>
            </a:srgbClr>
          </a:solidFill>
          <a:ln/>
        </p:spPr>
      </p:sp>
      <p:sp>
        <p:nvSpPr>
          <p:cNvPr id="29" name="Shape 19"/>
          <p:cNvSpPr/>
          <p:nvPr/>
        </p:nvSpPr>
        <p:spPr>
          <a:xfrm>
            <a:off x="3906774" y="4896612"/>
            <a:ext cx="3574161" cy="1097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0" name="Shape 20"/>
          <p:cNvSpPr/>
          <p:nvPr/>
        </p:nvSpPr>
        <p:spPr>
          <a:xfrm>
            <a:off x="3906774" y="4896612"/>
            <a:ext cx="2287463" cy="109728"/>
          </a:xfrm>
          <a:prstGeom prst="rect">
            <a:avLst/>
          </a:prstGeom>
          <a:solidFill>
            <a:srgbClr val="9CA3AF">
              <a:alpha val="60000"/>
            </a:srgbClr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066151" y="4018788"/>
            <a:ext cx="411480" cy="4114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623935" y="4018788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</a:t>
            </a:r>
            <a:endParaRPr lang="en-US" sz="28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365992" y="4087368"/>
            <a:ext cx="274320" cy="27432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623935" y="4503420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400" dirty="0"/>
          </a:p>
        </p:txBody>
      </p:sp>
      <p:sp>
        <p:nvSpPr>
          <p:cNvPr id="35" name="Shape 23"/>
          <p:cNvSpPr/>
          <p:nvPr/>
        </p:nvSpPr>
        <p:spPr>
          <a:xfrm>
            <a:off x="7919847" y="3872484"/>
            <a:ext cx="3866769" cy="1906524"/>
          </a:xfrm>
          <a:prstGeom prst="rect">
            <a:avLst/>
          </a:prstGeom>
          <a:solidFill>
            <a:srgbClr val="1F2937">
              <a:alpha val="72000"/>
            </a:srgbClr>
          </a:solidFill>
          <a:ln/>
        </p:spPr>
      </p:sp>
      <p:sp>
        <p:nvSpPr>
          <p:cNvPr id="36" name="Shape 24"/>
          <p:cNvSpPr/>
          <p:nvPr/>
        </p:nvSpPr>
        <p:spPr>
          <a:xfrm>
            <a:off x="8066151" y="4896612"/>
            <a:ext cx="3574161" cy="1097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7" name="Shape 25"/>
          <p:cNvSpPr/>
          <p:nvPr/>
        </p:nvSpPr>
        <p:spPr>
          <a:xfrm>
            <a:off x="8066151" y="4896612"/>
            <a:ext cx="3431195" cy="109728"/>
          </a:xfrm>
          <a:prstGeom prst="rect">
            <a:avLst/>
          </a:prstGeom>
          <a:solidFill>
            <a:srgbClr val="9CA3AF">
              <a:alpha val="6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9256" y="274320"/>
            <a:ext cx="1463040" cy="36576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58600" y="256032"/>
            <a:ext cx="411480" cy="41148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548640" y="1819656"/>
            <a:ext cx="11091672" cy="726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4400" dirty="0"/>
          </a:p>
        </p:txBody>
      </p:sp>
      <p:sp>
        <p:nvSpPr>
          <p:cNvPr id="9" name="Text 4"/>
          <p:cNvSpPr/>
          <p:nvPr/>
        </p:nvSpPr>
        <p:spPr>
          <a:xfrm>
            <a:off x="548640" y="2838704"/>
            <a:ext cx="11091672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from prior sprint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1426464" y="3423920"/>
            <a:ext cx="93360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delivered work that meets the quality bar.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3321558" y="4448048"/>
            <a:ext cx="5545836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HEALTH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9256" y="274320"/>
            <a:ext cx="14630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1819656"/>
            <a:ext cx="2334006" cy="462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HEALTH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48640" y="2697480"/>
            <a:ext cx="233400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view of current delivery and operational health.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321558" y="1527048"/>
            <a:ext cx="0" cy="4690872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6774" y="1819656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64558" y="1819656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</a:t>
            </a:r>
            <a:endParaRPr lang="en-US" sz="2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6615" y="1888236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64558" y="2304288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3760470" y="1673352"/>
            <a:ext cx="3866769" cy="1906524"/>
          </a:xfrm>
          <a:prstGeom prst="rect">
            <a:avLst/>
          </a:prstGeom>
          <a:solidFill>
            <a:srgbClr val="1F2937">
              <a:alpha val="72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3906774" y="2697480"/>
            <a:ext cx="3574161" cy="1097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6" name="Shape 10"/>
          <p:cNvSpPr/>
          <p:nvPr/>
        </p:nvSpPr>
        <p:spPr>
          <a:xfrm>
            <a:off x="3906774" y="2697480"/>
            <a:ext cx="3288228" cy="109728"/>
          </a:xfrm>
          <a:prstGeom prst="rect">
            <a:avLst/>
          </a:prstGeom>
          <a:solidFill>
            <a:srgbClr val="9CA3AF">
              <a:alpha val="60000"/>
            </a:srgbClr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66151" y="1819656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23935" y="1819656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pPr indent="0" marL="0">
              <a:buNone/>
            </a:pPr>
            <a:r>
              <a:rPr lang="en-US" sz="2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</a:t>
            </a:r>
            <a:endParaRPr lang="en-US" sz="28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65992" y="1888236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623935" y="2304288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7919847" y="1673352"/>
            <a:ext cx="3866769" cy="1906524"/>
          </a:xfrm>
          <a:prstGeom prst="rect">
            <a:avLst/>
          </a:prstGeom>
          <a:solidFill>
            <a:srgbClr val="1F2937">
              <a:alpha val="72000"/>
            </a:srgbClr>
          </a:solidFill>
          <a:ln/>
        </p:spPr>
      </p:sp>
      <p:sp>
        <p:nvSpPr>
          <p:cNvPr id="22" name="Shape 14"/>
          <p:cNvSpPr/>
          <p:nvPr/>
        </p:nvSpPr>
        <p:spPr>
          <a:xfrm>
            <a:off x="8066151" y="2697480"/>
            <a:ext cx="3574161" cy="1097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3" name="Shape 15"/>
          <p:cNvSpPr/>
          <p:nvPr/>
        </p:nvSpPr>
        <p:spPr>
          <a:xfrm>
            <a:off x="8066151" y="2697480"/>
            <a:ext cx="3109520" cy="109728"/>
          </a:xfrm>
          <a:prstGeom prst="rect">
            <a:avLst/>
          </a:prstGeom>
          <a:solidFill>
            <a:srgbClr val="9CA3AF">
              <a:alpha val="60000"/>
            </a:srgbClr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06774" y="4018788"/>
            <a:ext cx="411480" cy="4114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464558" y="4018788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</a:t>
            </a:r>
            <a:endParaRPr lang="en-US" sz="28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06615" y="4087368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464558" y="4503420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400" dirty="0"/>
          </a:p>
        </p:txBody>
      </p:sp>
      <p:sp>
        <p:nvSpPr>
          <p:cNvPr id="28" name="Shape 18"/>
          <p:cNvSpPr/>
          <p:nvPr/>
        </p:nvSpPr>
        <p:spPr>
          <a:xfrm>
            <a:off x="3906774" y="4896612"/>
            <a:ext cx="3574161" cy="1097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9" name="Shape 19"/>
          <p:cNvSpPr/>
          <p:nvPr/>
        </p:nvSpPr>
        <p:spPr>
          <a:xfrm>
            <a:off x="3906774" y="4896612"/>
            <a:ext cx="2287463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0" name="Text 20"/>
          <p:cNvSpPr/>
          <p:nvPr/>
        </p:nvSpPr>
        <p:spPr>
          <a:xfrm>
            <a:off x="3906774" y="5042916"/>
            <a:ext cx="3574161" cy="198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2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066151" y="4018788"/>
            <a:ext cx="411480" cy="4114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623935" y="4018788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</a:t>
            </a:r>
            <a:endParaRPr lang="en-US" sz="28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365992" y="4087368"/>
            <a:ext cx="274320" cy="27432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623935" y="4503420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400" dirty="0"/>
          </a:p>
        </p:txBody>
      </p:sp>
      <p:sp>
        <p:nvSpPr>
          <p:cNvPr id="35" name="Shape 23"/>
          <p:cNvSpPr/>
          <p:nvPr/>
        </p:nvSpPr>
        <p:spPr>
          <a:xfrm>
            <a:off x="7919847" y="3872484"/>
            <a:ext cx="3866769" cy="1906524"/>
          </a:xfrm>
          <a:prstGeom prst="rect">
            <a:avLst/>
          </a:prstGeom>
          <a:solidFill>
            <a:srgbClr val="1F2937">
              <a:alpha val="72000"/>
            </a:srgbClr>
          </a:solidFill>
          <a:ln/>
        </p:spPr>
      </p:sp>
      <p:sp>
        <p:nvSpPr>
          <p:cNvPr id="36" name="Shape 24"/>
          <p:cNvSpPr/>
          <p:nvPr/>
        </p:nvSpPr>
        <p:spPr>
          <a:xfrm>
            <a:off x="8066151" y="4896612"/>
            <a:ext cx="3574161" cy="1097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7" name="Shape 25"/>
          <p:cNvSpPr/>
          <p:nvPr/>
        </p:nvSpPr>
        <p:spPr>
          <a:xfrm>
            <a:off x="8066151" y="4896612"/>
            <a:ext cx="3431195" cy="109728"/>
          </a:xfrm>
          <a:prstGeom prst="rect">
            <a:avLst/>
          </a:prstGeom>
          <a:solidFill>
            <a:srgbClr val="9CA3AF">
              <a:alpha val="60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9256" y="274320"/>
            <a:ext cx="1463040" cy="36576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58600" y="256032"/>
            <a:ext cx="411480" cy="41148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548640" y="1819656"/>
            <a:ext cx="11091672" cy="726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4400" dirty="0"/>
          </a:p>
        </p:txBody>
      </p:sp>
      <p:sp>
        <p:nvSpPr>
          <p:cNvPr id="9" name="Text 4"/>
          <p:cNvSpPr/>
          <p:nvPr/>
        </p:nvSpPr>
        <p:spPr>
          <a:xfrm>
            <a:off x="548640" y="2838704"/>
            <a:ext cx="11091672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from prior sprint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1426464" y="3423920"/>
            <a:ext cx="93360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the target population actively using the product.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321558" y="4740656"/>
            <a:ext cx="5545836" cy="26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Pilot group expanded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321558" y="5151120"/>
            <a:ext cx="5545836" cy="26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active usage continues to increase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3321558" y="4448048"/>
            <a:ext cx="5545836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HEALTH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9256" y="274320"/>
            <a:ext cx="14630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1819656"/>
            <a:ext cx="2334006" cy="462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HEALTH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48640" y="2697480"/>
            <a:ext cx="233400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view of current delivery and operational health.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321558" y="1527048"/>
            <a:ext cx="0" cy="4690872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6774" y="1819656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64558" y="1819656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</a:t>
            </a:r>
            <a:endParaRPr lang="en-US" sz="2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6615" y="1888236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64558" y="2304288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3760470" y="1673352"/>
            <a:ext cx="3866769" cy="1906524"/>
          </a:xfrm>
          <a:prstGeom prst="rect">
            <a:avLst/>
          </a:prstGeom>
          <a:solidFill>
            <a:srgbClr val="1F2937">
              <a:alpha val="72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3906774" y="2697480"/>
            <a:ext cx="3574161" cy="1097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6" name="Shape 10"/>
          <p:cNvSpPr/>
          <p:nvPr/>
        </p:nvSpPr>
        <p:spPr>
          <a:xfrm>
            <a:off x="3906774" y="2697480"/>
            <a:ext cx="3288228" cy="109728"/>
          </a:xfrm>
          <a:prstGeom prst="rect">
            <a:avLst/>
          </a:prstGeom>
          <a:solidFill>
            <a:srgbClr val="9CA3AF">
              <a:alpha val="60000"/>
            </a:srgbClr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66151" y="1819656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23935" y="1819656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pPr indent="0" marL="0">
              <a:buNone/>
            </a:pPr>
            <a:r>
              <a:rPr lang="en-US" sz="2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</a:t>
            </a:r>
            <a:endParaRPr lang="en-US" sz="28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65992" y="1888236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623935" y="2304288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7919847" y="1673352"/>
            <a:ext cx="3866769" cy="1906524"/>
          </a:xfrm>
          <a:prstGeom prst="rect">
            <a:avLst/>
          </a:prstGeom>
          <a:solidFill>
            <a:srgbClr val="1F2937">
              <a:alpha val="72000"/>
            </a:srgbClr>
          </a:solidFill>
          <a:ln/>
        </p:spPr>
      </p:sp>
      <p:sp>
        <p:nvSpPr>
          <p:cNvPr id="22" name="Shape 14"/>
          <p:cNvSpPr/>
          <p:nvPr/>
        </p:nvSpPr>
        <p:spPr>
          <a:xfrm>
            <a:off x="8066151" y="2697480"/>
            <a:ext cx="3574161" cy="1097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3" name="Shape 15"/>
          <p:cNvSpPr/>
          <p:nvPr/>
        </p:nvSpPr>
        <p:spPr>
          <a:xfrm>
            <a:off x="8066151" y="2697480"/>
            <a:ext cx="3109520" cy="109728"/>
          </a:xfrm>
          <a:prstGeom prst="rect">
            <a:avLst/>
          </a:prstGeom>
          <a:solidFill>
            <a:srgbClr val="9CA3AF">
              <a:alpha val="60000"/>
            </a:srgbClr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06774" y="4018788"/>
            <a:ext cx="411480" cy="4114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464558" y="4018788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</a:t>
            </a:r>
            <a:endParaRPr lang="en-US" sz="28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06615" y="4087368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464558" y="4503420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400" dirty="0"/>
          </a:p>
        </p:txBody>
      </p:sp>
      <p:sp>
        <p:nvSpPr>
          <p:cNvPr id="28" name="Shape 18"/>
          <p:cNvSpPr/>
          <p:nvPr/>
        </p:nvSpPr>
        <p:spPr>
          <a:xfrm>
            <a:off x="3760470" y="3872484"/>
            <a:ext cx="3866769" cy="1906524"/>
          </a:xfrm>
          <a:prstGeom prst="rect">
            <a:avLst/>
          </a:prstGeom>
          <a:solidFill>
            <a:srgbClr val="1F2937">
              <a:alpha val="72000"/>
            </a:srgbClr>
          </a:solidFill>
          <a:ln/>
        </p:spPr>
      </p:sp>
      <p:sp>
        <p:nvSpPr>
          <p:cNvPr id="29" name="Shape 19"/>
          <p:cNvSpPr/>
          <p:nvPr/>
        </p:nvSpPr>
        <p:spPr>
          <a:xfrm>
            <a:off x="3906774" y="4896612"/>
            <a:ext cx="3574161" cy="1097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0" name="Shape 20"/>
          <p:cNvSpPr/>
          <p:nvPr/>
        </p:nvSpPr>
        <p:spPr>
          <a:xfrm>
            <a:off x="3906774" y="4896612"/>
            <a:ext cx="2287463" cy="109728"/>
          </a:xfrm>
          <a:prstGeom prst="rect">
            <a:avLst/>
          </a:prstGeom>
          <a:solidFill>
            <a:srgbClr val="9CA3AF">
              <a:alpha val="60000"/>
            </a:srgbClr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066151" y="4018788"/>
            <a:ext cx="411480" cy="41148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623935" y="4018788"/>
            <a:ext cx="266890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↑</a:t>
            </a:r>
            <a:endParaRPr lang="en-US" sz="28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365992" y="4087368"/>
            <a:ext cx="274320" cy="27432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623935" y="4503420"/>
            <a:ext cx="3016377" cy="231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400" dirty="0"/>
          </a:p>
        </p:txBody>
      </p:sp>
      <p:sp>
        <p:nvSpPr>
          <p:cNvPr id="35" name="Shape 23"/>
          <p:cNvSpPr/>
          <p:nvPr/>
        </p:nvSpPr>
        <p:spPr>
          <a:xfrm>
            <a:off x="8066151" y="4896612"/>
            <a:ext cx="3574161" cy="10972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6" name="Shape 24"/>
          <p:cNvSpPr/>
          <p:nvPr/>
        </p:nvSpPr>
        <p:spPr>
          <a:xfrm>
            <a:off x="8066151" y="4896612"/>
            <a:ext cx="3431195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7" name="Text 25"/>
          <p:cNvSpPr/>
          <p:nvPr/>
        </p:nvSpPr>
        <p:spPr>
          <a:xfrm>
            <a:off x="8066151" y="5042916"/>
            <a:ext cx="3574161" cy="198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HEALTH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9256" y="274320"/>
            <a:ext cx="1463040" cy="36576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58600" y="256032"/>
            <a:ext cx="411480" cy="41148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548640" y="1819656"/>
            <a:ext cx="11091672" cy="726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4400" dirty="0"/>
          </a:p>
        </p:txBody>
      </p:sp>
      <p:sp>
        <p:nvSpPr>
          <p:cNvPr id="9" name="Text 4"/>
          <p:cNvSpPr/>
          <p:nvPr/>
        </p:nvSpPr>
        <p:spPr>
          <a:xfrm>
            <a:off x="548640" y="2838704"/>
            <a:ext cx="11091672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from prior sprint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1426464" y="3423920"/>
            <a:ext cx="93360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health of production operations.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3321558" y="4448048"/>
            <a:ext cx="5545836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Assistant Rollout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9256" y="274320"/>
            <a:ext cx="1463040" cy="36576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58600" y="256032"/>
            <a:ext cx="411480" cy="41148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8640" y="1527048"/>
            <a:ext cx="304800" cy="3048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99744" y="1527048"/>
            <a:ext cx="10640568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Expansion</a:t>
            </a:r>
            <a:endParaRPr lang="en-US" sz="24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3440" y="2100072"/>
            <a:ext cx="203200" cy="2032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129792" y="2069592"/>
            <a:ext cx="10510520" cy="264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pilot population</a:t>
            </a:r>
            <a:endParaRPr lang="en-US" sz="16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3440" y="2437384"/>
            <a:ext cx="203200" cy="2032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129792" y="2406904"/>
            <a:ext cx="10510520" cy="264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usage telemetry</a:t>
            </a:r>
            <a:endParaRPr lang="en-US" sz="16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8640" y="3109976"/>
            <a:ext cx="304800" cy="3048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999744" y="3109976"/>
            <a:ext cx="10640568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</a:t>
            </a:r>
            <a:endParaRPr lang="en-US" sz="240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3440" y="3683000"/>
            <a:ext cx="203200" cy="20320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129792" y="3652520"/>
            <a:ext cx="10510520" cy="264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support model</a:t>
            </a:r>
            <a:endParaRPr lang="en-US" sz="160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3440" y="4020312"/>
            <a:ext cx="203200" cy="20320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1129792" y="3989832"/>
            <a:ext cx="10510520" cy="264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user guidance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Analytics Experience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9256" y="274320"/>
            <a:ext cx="1463040" cy="36576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58600" y="256032"/>
            <a:ext cx="411480" cy="41148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548640" y="1673352"/>
            <a:ext cx="11091672" cy="39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this sprint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841248" y="2508504"/>
            <a:ext cx="10799064" cy="26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dashboard experience released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841248" y="2918968"/>
            <a:ext cx="10799064" cy="26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Existing users migrated automatically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41248" y="3329432"/>
            <a:ext cx="10799064" cy="26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Documentation published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Report Export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9256" y="274320"/>
            <a:ext cx="1463040" cy="36576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58600" y="256032"/>
            <a:ext cx="411480" cy="41148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548640" y="1673352"/>
            <a:ext cx="11091672" cy="39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Retirement: October 31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841248" y="2508504"/>
            <a:ext cx="10799064" cy="26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exports should use Reporting API v2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841248" y="2918968"/>
            <a:ext cx="10799064" cy="26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Existing integrations remain functional until retirement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Change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9256" y="274320"/>
            <a:ext cx="14630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1673352"/>
            <a:ext cx="11091672" cy="39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 before September 15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841248" y="2508504"/>
            <a:ext cx="10799064" cy="26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Existing tokens continue to function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41248" y="2918968"/>
            <a:ext cx="10799064" cy="26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integrations must use the updated authentication flow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9256" y="274320"/>
            <a:ext cx="14630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1819656"/>
            <a:ext cx="330708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548640" y="2404872"/>
            <a:ext cx="3307080" cy="26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pilot telemetry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440936" y="1819656"/>
            <a:ext cx="330708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4440936" y="2404872"/>
            <a:ext cx="3307080" cy="26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availability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333232" y="1819656"/>
            <a:ext cx="330708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8333232" y="2404872"/>
            <a:ext cx="3307080" cy="264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automated governance controls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5603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42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9256" y="274320"/>
            <a:ext cx="14630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234440"/>
            <a:ext cx="11091672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1819656"/>
            <a:ext cx="411480" cy="411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99032" y="1819656"/>
            <a:ext cx="1024128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Analytics Experience</a:t>
            </a:r>
            <a:endParaRPr lang="en-US" sz="24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8640" y="2801112"/>
            <a:ext cx="411480" cy="4114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99032" y="2801112"/>
            <a:ext cx="1024128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sprint health needs attention</a:t>
            </a:r>
            <a:endParaRPr lang="en-US" sz="2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8640" y="3782568"/>
            <a:ext cx="411480" cy="41148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399032" y="3782568"/>
            <a:ext cx="1024128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availability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42 Overview</dc:title>
  <dc:subject>Sprint 42</dc:subject>
  <dc:creator>Presentation Generation System</dc:creator>
  <cp:lastModifiedBy>Presentation Generation System</cp:lastModifiedBy>
  <cp:revision>1</cp:revision>
  <dcterms:created xsi:type="dcterms:W3CDTF">2026-09-13T14:18:07Z</dcterms:created>
  <dcterms:modified xsi:type="dcterms:W3CDTF">2026-09-13T14:18:07Z</dcterms:modified>
</cp:coreProperties>
</file>